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harpers-website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etup.studi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harpers-website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5B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188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200" kern="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HARPER'S RESTAURANT &amp; BREWPUB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121889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dirty="0">
                <a:solidFill>
                  <a:srgbClr val="00B5BF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Your New Website</a:t>
            </a:r>
            <a:endParaRPr lang="en-US" sz="6200" dirty="0"/>
          </a:p>
          <a:p>
            <a:pPr algn="ctr" indent="0" marL="0">
              <a:buNone/>
            </a:pPr>
            <a:r>
              <a:rPr lang="en-US" sz="6200" dirty="0">
                <a:solidFill>
                  <a:srgbClr val="00B5BF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Is Ready.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by Get Up Creative  ·  getup.studio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394960"/>
            <a:ext cx="12188952" cy="45720"/>
          </a:xfrm>
          <a:prstGeom prst="rect">
            <a:avLst/>
          </a:prstGeom>
          <a:solidFill>
            <a:srgbClr val="00B5BF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55778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C5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#1 Bar  ·  State News Best Of  ·  Est. 1997  ·  500+ Capacity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SITUATION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Your Website Is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Missing Opportunities.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5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way to book private events online — just a phone number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93522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5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events calendar — people don't know what's happening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53872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5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Doesn't capture Harper's nightlife and energy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14223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5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Harder to find when people search on Google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0" y="2286000"/>
            <a:ext cx="3840480" cy="1828800"/>
          </a:xfrm>
          <a:prstGeom prst="rect">
            <a:avLst/>
          </a:prstGeom>
          <a:solidFill>
            <a:srgbClr val="E03020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24231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 60% of people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for restaurants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their phone.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88952" cy="73152"/>
          </a:xfrm>
          <a:prstGeom prst="rect">
            <a:avLst/>
          </a:prstGeom>
          <a:solidFill>
            <a:srgbClr val="00B5B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THEN VS.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See The Difference.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5394960" cy="3931920"/>
          </a:xfrm>
          <a:prstGeom prst="rect">
            <a:avLst/>
          </a:prstGeom>
          <a:ln w="19050">
            <a:solidFill>
              <a:srgbClr val="E03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057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302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SITE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harpersbrewpub.com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02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✗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events calendar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401568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02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✗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Booking by phone only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968496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02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✗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nightlife or Club Rush section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4535424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02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✗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optimized for phones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37376" y="1920240"/>
            <a:ext cx="5394960" cy="3931920"/>
          </a:xfrm>
          <a:prstGeom prst="rect">
            <a:avLst/>
          </a:prstGeom>
          <a:ln w="19050">
            <a:solidFill>
              <a:srgbClr val="00B5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057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SITE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75120" y="2377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harpers-website.vercel.app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83464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Events section, always updated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3401568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 online, 24/7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3968496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Club Rush, video, personality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4535424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phone-first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0" y="61722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Fieldhouse (fieldhousemsu.com), one of your closest competitors, already has all of this.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C5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Most People Will See Your Site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On Their Phone.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14400" y="3063240"/>
            <a:ext cx="10360152" cy="1097280"/>
          </a:xfrm>
          <a:prstGeom prst="rect">
            <a:avLst/>
          </a:prstGeom>
          <a:solidFill>
            <a:srgbClr val="00B5B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127248"/>
            <a:ext cx="9994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9081C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6 in 10 restaurant searches happen on a phone.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your site doesn't look right on a phone, people leave before they even see your menu.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new Harper's site was built phone-first — every section, every button, every photo.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473952"/>
            <a:ext cx="12188952" cy="73152"/>
          </a:xfrm>
          <a:prstGeom prst="rect">
            <a:avLst/>
          </a:prstGeom>
          <a:solidFill>
            <a:srgbClr val="F5C51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NEW SITE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Here's What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We Built.</a:t>
            </a:r>
            <a:endParaRPr lang="en-US" sz="44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19202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harpers-website.vercel.app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video playing when you land — just like Harper's energy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990088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Events section, always up to date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57016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form to book private events — no more phone tag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23944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Food photos that make people hungry before they arrive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69087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Maps built right 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perfectly on every phone, tablet, and computer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73952"/>
            <a:ext cx="12188952" cy="73152"/>
          </a:xfrm>
          <a:prstGeom prst="rect">
            <a:avLst/>
          </a:prstGeom>
          <a:solidFill>
            <a:srgbClr val="00B5B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C5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PAYS OFF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Four Ways This Site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Makes You Money.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2606040"/>
            <a:ext cx="5394960" cy="1600200"/>
          </a:xfrm>
          <a:prstGeom prst="rect">
            <a:avLst/>
          </a:prstGeom>
          <a:ln w="19050">
            <a:solidFill>
              <a:srgbClr val="00B5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43200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5BF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PRIVATE EVENTS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3154680"/>
            <a:ext cx="4992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 directly online.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missed calls.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37376" y="2606040"/>
            <a:ext cx="5394960" cy="1600200"/>
          </a:xfrm>
          <a:prstGeom prst="rect">
            <a:avLst/>
          </a:prstGeom>
          <a:ln w="19050">
            <a:solidFill>
              <a:srgbClr val="00B5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38544" y="2743200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5BF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CLUB RUSH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38544" y="3154680"/>
            <a:ext cx="4992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Sell tickets through the site,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434840"/>
            <a:ext cx="5394960" cy="1600200"/>
          </a:xfrm>
          <a:prstGeom prst="rect">
            <a:avLst/>
          </a:prstGeom>
          <a:ln w="19050">
            <a:solidFill>
              <a:srgbClr val="00B5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572000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5BF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FOOD PHOTOS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4983480"/>
            <a:ext cx="4992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photos drive real traffic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and real hunger.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37376" y="4434840"/>
            <a:ext cx="5394960" cy="1600200"/>
          </a:xfrm>
          <a:prstGeom prst="rect">
            <a:avLst/>
          </a:prstGeom>
          <a:ln w="19050">
            <a:solidFill>
              <a:srgbClr val="00B5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544" y="4572000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5BF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MERCH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38544" y="4983480"/>
            <a:ext cx="4992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online shop, anytime,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any phone.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12188952" cy="73152"/>
          </a:xfrm>
          <a:prstGeom prst="rect">
            <a:avLst/>
          </a:prstGeom>
          <a:solidFill>
            <a:srgbClr val="F5C51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We're Not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A Remote Agency.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5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We're in the building. We know Harper's.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07238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5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manage Harper's Instagram — we know the voice.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6758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5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already have the photos, the video, and the energy.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2793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5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site was built for Harper's — not a template.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18120" y="1097280"/>
            <a:ext cx="4069080" cy="5120640"/>
          </a:xfrm>
          <a:prstGeom prst="rect">
            <a:avLst/>
          </a:prstGeom>
          <a:solidFill>
            <a:srgbClr val="00B5BF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123444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9081C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GET UP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9081C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CREATIVE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321040" y="2697480"/>
            <a:ext cx="3063240" cy="36576"/>
          </a:xfrm>
          <a:prstGeom prst="rect">
            <a:avLst/>
          </a:prstGeom>
          <a:solidFill>
            <a:srgbClr val="09081C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27889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08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Lansing, MI  ·  Est. 2021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01000" y="32004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908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"Every frame has a purpose."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3749040"/>
            <a:ext cx="3063240" cy="36576"/>
          </a:xfrm>
          <a:prstGeom prst="rect">
            <a:avLst/>
          </a:prstGeom>
          <a:solidFill>
            <a:srgbClr val="09081C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840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08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hello@getupcreative.com</a:t>
            </a:r>
            <a:endParaRPr lang="en-US" sz="1100" dirty="0"/>
          </a:p>
        </p:txBody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8001000" y="42519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09081C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getup.studio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12188952" cy="73152"/>
          </a:xfrm>
          <a:prstGeom prst="rect">
            <a:avLst/>
          </a:prstGeom>
          <a:solidFill>
            <a:srgbClr val="00B5B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IT COSTS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Simple, Transparent Pricing.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5394960" cy="4389120"/>
          </a:xfrm>
          <a:prstGeom prst="rect">
            <a:avLst/>
          </a:prstGeom>
          <a:ln w="19050">
            <a:solidFill>
              <a:srgbClr val="00B5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B5BF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$7,500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One-time launch package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website — yours to keep, forever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on every phone, tablet, computer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booking for private events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Events, food photos, Google Maps, Club Rush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3492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monthly fees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37376" y="2011680"/>
            <a:ext cx="5394960" cy="4389120"/>
          </a:xfrm>
          <a:prstGeom prst="rect">
            <a:avLst/>
          </a:prstGeom>
          <a:solidFill>
            <a:srgbClr val="0F0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437376" y="2011680"/>
            <a:ext cx="5394960" cy="4389120"/>
          </a:xfrm>
          <a:prstGeom prst="rect">
            <a:avLst/>
          </a:prstGeom>
          <a:ln w="19050">
            <a:solidFill>
              <a:srgbClr val="1B1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0256" y="21488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$80/hr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620256" y="2926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Ongoing support, as needed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0256" y="33375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Updates, changes, new pages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0256" y="38404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when you need 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0256" y="434340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retainer required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0256" y="56235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Optional: LineLeap ticket integration · Online menu ordering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88952" cy="73152"/>
          </a:xfrm>
          <a:prstGeom prst="rect">
            <a:avLst/>
          </a:prstGeom>
          <a:solidFill>
            <a:srgbClr val="00B5B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77240"/>
            <a:ext cx="121889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dirty="0">
                <a:solidFill>
                  <a:srgbClr val="00B5BF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The Site Exists.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88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BF4"/>
                </a:solidFill>
                <a:latin typeface="Bungee" pitchFamily="34" charset="0"/>
                <a:ea typeface="Bungee" pitchFamily="34" charset="-122"/>
                <a:cs typeface="Bungee" pitchFamily="34" charset="-120"/>
              </a:rPr>
              <a:t>The only thing missing is the green light.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3520440"/>
            <a:ext cx="7616952" cy="45720"/>
          </a:xfrm>
          <a:prstGeom prst="rect">
            <a:avLst/>
          </a:prstGeom>
          <a:solidFill>
            <a:srgbClr val="00B5B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749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 Review the live site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3749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 Confirm the package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0" y="3749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BF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 Go live in 2 weeks</a:t>
            </a:r>
            <a:endParaRPr lang="en-US" sz="14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0B5BF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harpers-website.vercel.app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943600"/>
            <a:ext cx="12188952" cy="45720"/>
          </a:xfrm>
          <a:prstGeom prst="rect">
            <a:avLst/>
          </a:prstGeom>
          <a:solidFill>
            <a:srgbClr val="00B5BF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4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Up Creative  ·  hello@getupcreative.com  ·  getup.studio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2026-05-21T18:48:53Z</dcterms:created>
  <dcterms:modified xsi:type="dcterms:W3CDTF">2026-05-21T18:48:53Z</dcterms:modified>
</cp:coreProperties>
</file>