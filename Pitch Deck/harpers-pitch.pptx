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5BF"/>
          </a:solidFill>
          <a:ln w="12700">
            <a:solidFill>
              <a:srgbClr val="00B5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HARPER'S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200" kern="0" dirty="0">
                <a:solidFill>
                  <a:srgbClr val="00B5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Restaurant &amp; Brewpub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4114800" cy="36576"/>
          </a:xfrm>
          <a:prstGeom prst="rect">
            <a:avLst/>
          </a:prstGeom>
          <a:solidFill>
            <a:srgbClr val="00B5BF"/>
          </a:solidFill>
          <a:ln w="12700">
            <a:solidFill>
              <a:srgbClr val="00B5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4231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FFFB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 Proposal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Prepared by Get Up Creative  ·  East Lansing, MI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30F3E"/>
          </a:solidFill>
          <a:ln w="12700">
            <a:solidFill>
              <a:srgbClr val="130F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502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1997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720840" y="1161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20840" y="1600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720840" y="2258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Years in East Lansing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20840" y="2697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#1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720840" y="33558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 — State News Best Of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20840" y="37947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500+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720840" y="4453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5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4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Customers See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B14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When They Google You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55648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7373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in 2012 — the design hasn't moved since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94560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21762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Template layout with no real brand personality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33472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2960" y="261518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Events page is still just a phone number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72384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2960" y="305409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Food photos exist — but they're outdated and flat</a:t>
            </a:r>
            <a:endParaRPr lang="en-US" sz="13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511296"/>
            <a:ext cx="256032" cy="2560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22960" y="34930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Nothing is being updated: specials, events, content</a:t>
            </a:r>
            <a:endParaRPr lang="en-US" sz="13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950208"/>
            <a:ext cx="256032" cy="25603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22960" y="39319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impression doesn't match the real Harper's</a:t>
            </a:r>
            <a:endParaRPr lang="en-US" sz="1350" dirty="0"/>
          </a:p>
        </p:txBody>
      </p:sp>
      <p:sp>
        <p:nvSpPr>
          <p:cNvPr id="16" name="Shape 8"/>
          <p:cNvSpPr/>
          <p:nvPr/>
        </p:nvSpPr>
        <p:spPr>
          <a:xfrm>
            <a:off x="5394960" y="777240"/>
            <a:ext cx="3474720" cy="4023360"/>
          </a:xfrm>
          <a:prstGeom prst="rect">
            <a:avLst/>
          </a:prstGeom>
          <a:solidFill>
            <a:srgbClr val="1B1454"/>
          </a:solidFill>
          <a:ln/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9"/>
          <p:cNvSpPr/>
          <p:nvPr/>
        </p:nvSpPr>
        <p:spPr>
          <a:xfrm>
            <a:off x="5394960" y="777240"/>
            <a:ext cx="64008" cy="4023360"/>
          </a:xfrm>
          <a:prstGeom prst="rect">
            <a:avLst/>
          </a:prstGeom>
          <a:solidFill>
            <a:srgbClr val="00B5BF"/>
          </a:solidFill>
          <a:ln w="12700">
            <a:solidFill>
              <a:srgbClr val="00B5BF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5577840" y="960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5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Gap</a:t>
            </a:r>
            <a:endParaRPr lang="en-US" sz="1000" dirty="0"/>
          </a:p>
        </p:txBody>
      </p:sp>
      <p:sp>
        <p:nvSpPr>
          <p:cNvPr id="19" name="Text 11"/>
          <p:cNvSpPr/>
          <p:nvPr/>
        </p:nvSpPr>
        <p:spPr>
          <a:xfrm>
            <a:off x="5577840" y="1371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Harper's has the best energy in East Lansing.</a:t>
            </a:r>
            <a:endParaRPr lang="en-US" sz="1500" dirty="0"/>
          </a:p>
        </p:txBody>
      </p:sp>
      <p:sp>
        <p:nvSpPr>
          <p:cNvPr id="20" name="Text 12"/>
          <p:cNvSpPr/>
          <p:nvPr/>
        </p:nvSpPr>
        <p:spPr>
          <a:xfrm>
            <a:off x="5577840" y="19659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AD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patio, the DJ nights, Club Rush, the food — all of it is real and it's great.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AD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None of that energy translates when someone finds you online for the first time.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5577840" y="35661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website is the one place your brand isn't winning.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5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LANDSCAPE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4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Other Bar Is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B14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Catching Up Online.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600200"/>
            <a:ext cx="2697480" cy="320040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600200"/>
            <a:ext cx="2697480" cy="640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7190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4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Typical Competitor Bar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2322576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" y="22860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 template site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272491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" y="268833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optimized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312724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04088" y="309067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Events calendar live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529584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04088" y="34930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Online reservations</a:t>
            </a:r>
            <a:endParaRPr lang="en-US" sz="11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3931920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4088" y="3895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Active social links</a:t>
            </a:r>
            <a:endParaRPr lang="en-US" sz="1150" dirty="0"/>
          </a:p>
        </p:txBody>
      </p:sp>
      <p:sp>
        <p:nvSpPr>
          <p:cNvPr id="17" name="Shape 10"/>
          <p:cNvSpPr/>
          <p:nvPr/>
        </p:nvSpPr>
        <p:spPr>
          <a:xfrm>
            <a:off x="320040" y="4727448"/>
            <a:ext cx="2697480" cy="731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429768" y="48280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Basic — but functional.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3200400" y="1600200"/>
            <a:ext cx="2697480" cy="320040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3200400" y="1600200"/>
            <a:ext cx="2697480" cy="640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3310128" y="17190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4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Harper's Today</a:t>
            </a:r>
            <a:endParaRPr lang="en-US" sz="13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0128" y="2322576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584448" y="22860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2012 template, never redesigned</a:t>
            </a:r>
            <a:endParaRPr lang="en-US" sz="115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0128" y="2724912"/>
            <a:ext cx="201168" cy="20116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584448" y="268833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Poor mobile experience</a:t>
            </a:r>
            <a:endParaRPr lang="en-US" sz="115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0128" y="3127248"/>
            <a:ext cx="201168" cy="20116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584448" y="309067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Events = a phone number</a:t>
            </a:r>
            <a:endParaRPr lang="en-US" sz="115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0128" y="3529584"/>
            <a:ext cx="201168" cy="20116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3584448" y="34930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Food photos: dated, not appetizing</a:t>
            </a:r>
            <a:endParaRPr lang="en-US" sz="115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10128" y="3931920"/>
            <a:ext cx="201168" cy="201168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3584448" y="3895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Nothing updated — stale content</a:t>
            </a:r>
            <a:endParaRPr lang="en-US" sz="1150" dirty="0"/>
          </a:p>
        </p:txBody>
      </p:sp>
      <p:sp>
        <p:nvSpPr>
          <p:cNvPr id="32" name="Shape 20"/>
          <p:cNvSpPr/>
          <p:nvPr/>
        </p:nvSpPr>
        <p:spPr>
          <a:xfrm>
            <a:off x="3200400" y="4727448"/>
            <a:ext cx="2697480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3" name="Text 21"/>
          <p:cNvSpPr/>
          <p:nvPr/>
        </p:nvSpPr>
        <p:spPr>
          <a:xfrm>
            <a:off x="3310128" y="48280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Leaving money on the table.</a:t>
            </a:r>
            <a:endParaRPr lang="en-US" sz="1050" dirty="0"/>
          </a:p>
        </p:txBody>
      </p:sp>
      <p:sp>
        <p:nvSpPr>
          <p:cNvPr id="34" name="Shape 22"/>
          <p:cNvSpPr/>
          <p:nvPr/>
        </p:nvSpPr>
        <p:spPr>
          <a:xfrm>
            <a:off x="6080760" y="1600200"/>
            <a:ext cx="2697480" cy="320040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23"/>
          <p:cNvSpPr/>
          <p:nvPr/>
        </p:nvSpPr>
        <p:spPr>
          <a:xfrm>
            <a:off x="6080760" y="1600200"/>
            <a:ext cx="269748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24"/>
          <p:cNvSpPr/>
          <p:nvPr/>
        </p:nvSpPr>
        <p:spPr>
          <a:xfrm>
            <a:off x="6190488" y="171907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4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Harper's With This Site</a:t>
            </a:r>
            <a:endParaRPr lang="en-US" sz="1300" dirty="0"/>
          </a:p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90488" y="2322576"/>
            <a:ext cx="201168" cy="201168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6464808" y="22860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brand experience</a:t>
            </a:r>
            <a:endParaRPr lang="en-US" sz="1150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0488" y="2724912"/>
            <a:ext cx="201168" cy="201168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6464808" y="268833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Video hero, full SEO</a:t>
            </a:r>
            <a:endParaRPr lang="en-US" sz="1150" dirty="0"/>
          </a:p>
        </p:txBody>
      </p:sp>
      <p:pic>
        <p:nvPicPr>
          <p:cNvPr id="4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90488" y="3127248"/>
            <a:ext cx="201168" cy="201168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6464808" y="309067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event cards + ticketing</a:t>
            </a:r>
            <a:endParaRPr lang="en-US" sz="1150" dirty="0"/>
          </a:p>
        </p:txBody>
      </p:sp>
      <p:pic>
        <p:nvPicPr>
          <p:cNvPr id="4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90488" y="3529584"/>
            <a:ext cx="201168" cy="201168"/>
          </a:xfrm>
          <a:prstGeom prst="rect">
            <a:avLst/>
          </a:prstGeom>
        </p:spPr>
      </p:pic>
      <p:sp>
        <p:nvSpPr>
          <p:cNvPr id="44" name="Text 28"/>
          <p:cNvSpPr/>
          <p:nvPr/>
        </p:nvSpPr>
        <p:spPr>
          <a:xfrm>
            <a:off x="6464808" y="34930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Booking form — Shelly ready</a:t>
            </a:r>
            <a:endParaRPr lang="en-US" sz="1150" dirty="0"/>
          </a:p>
        </p:txBody>
      </p:sp>
      <p:pic>
        <p:nvPicPr>
          <p:cNvPr id="4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90488" y="3931920"/>
            <a:ext cx="201168" cy="201168"/>
          </a:xfrm>
          <a:prstGeom prst="rect">
            <a:avLst/>
          </a:prstGeom>
        </p:spPr>
      </p:pic>
      <p:sp>
        <p:nvSpPr>
          <p:cNvPr id="46" name="Text 29"/>
          <p:cNvSpPr/>
          <p:nvPr/>
        </p:nvSpPr>
        <p:spPr>
          <a:xfrm>
            <a:off x="6464808" y="38953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Food, merch, Club Rush</a:t>
            </a:r>
            <a:endParaRPr lang="en-US" sz="1150" dirty="0"/>
          </a:p>
        </p:txBody>
      </p:sp>
      <p:sp>
        <p:nvSpPr>
          <p:cNvPr id="47" name="Shape 30"/>
          <p:cNvSpPr/>
          <p:nvPr/>
        </p:nvSpPr>
        <p:spPr>
          <a:xfrm>
            <a:off x="6080760" y="4727448"/>
            <a:ext cx="269748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8" name="Text 31"/>
          <p:cNvSpPr/>
          <p:nvPr/>
        </p:nvSpPr>
        <p:spPr>
          <a:xfrm>
            <a:off x="6190488" y="48280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Brand-first. Revenue-focused.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454"/>
          </a:solidFill>
          <a:ln w="12700">
            <a:solidFill>
              <a:srgbClr val="1B14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5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NEW SITE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Already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It.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You're not buying a promise.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CAD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You're buying something that exists.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5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harpers-website.vercel.app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03520" y="320040"/>
            <a:ext cx="3566160" cy="4572000"/>
          </a:xfrm>
          <a:prstGeom prst="rect">
            <a:avLst/>
          </a:prstGeom>
          <a:solidFill>
            <a:srgbClr val="130F3E"/>
          </a:solidFill>
          <a:ln w="12700">
            <a:solidFill>
              <a:srgbClr val="130F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320040"/>
            <a:ext cx="64008" cy="4572000"/>
          </a:xfrm>
          <a:prstGeom prst="rect">
            <a:avLst/>
          </a:prstGeom>
          <a:solidFill>
            <a:srgbClr val="00B5BF"/>
          </a:solidFill>
          <a:ln w="12700">
            <a:solidFill>
              <a:srgbClr val="00B5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502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5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Inside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05840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779008" y="960120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B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Video hero + full SEO setup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80744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79008" y="1335024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B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 event cards with deals</a:t>
            </a:r>
            <a:endParaRPr lang="en-US" sz="11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755648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779008" y="1709928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B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Private events booking form</a:t>
            </a:r>
            <a:endParaRPr lang="en-US" sz="11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2130552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779008" y="2084832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B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Club Rush section — fully designed</a:t>
            </a:r>
            <a:endParaRPr lang="en-US" sz="11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2505456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779008" y="2459736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B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Food section — visual, enticing</a:t>
            </a:r>
            <a:endParaRPr lang="en-US" sz="11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2880360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779008" y="2834640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B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Merch section → Shopify</a:t>
            </a:r>
            <a:endParaRPr lang="en-US" sz="11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3255264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779008" y="3209544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B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On-site brewery story</a:t>
            </a:r>
            <a:endParaRPr lang="en-US" sz="11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0" y="3630168"/>
            <a:ext cx="201168" cy="20116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779008" y="3584448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B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Gives Back — community proof</a:t>
            </a:r>
            <a:endParaRPr lang="en-US" sz="115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0" y="4005072"/>
            <a:ext cx="201168" cy="20116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779008" y="3959352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B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Maps + contact</a:t>
            </a:r>
            <a:endParaRPr lang="en-US" sz="115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0" y="4379976"/>
            <a:ext cx="201168" cy="20116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779008" y="4334256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B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CMS — update content yourself</a:t>
            </a:r>
            <a:endParaRPr lang="en-US" sz="1150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0" y="4754880"/>
            <a:ext cx="201168" cy="201168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5779008" y="4709160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B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Mobile-optimized throughout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5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OPPORTUNITY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4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Revenue Streams.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B14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Site Activates All of Them.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737360"/>
            <a:ext cx="4206240" cy="1389888"/>
          </a:xfrm>
          <a:prstGeom prst="rect">
            <a:avLst/>
          </a:prstGeom>
          <a:solidFill>
            <a:srgbClr val="FFFBF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737360"/>
            <a:ext cx="64008" cy="1389888"/>
          </a:xfrm>
          <a:prstGeom prst="rect">
            <a:avLst/>
          </a:prstGeom>
          <a:solidFill>
            <a:srgbClr val="00B5BF"/>
          </a:solidFill>
          <a:ln w="12700">
            <a:solidFill>
              <a:srgbClr val="00B5B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84708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Private Events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30352" y="224028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Currently: a phone number. Most people don't call.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30352" y="253288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Booking form with space selector, date picker, guest count — Shelly gets a direct inquiry every time.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30352" y="2880360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5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Fewer lost leads. More booked events.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00600" y="1737360"/>
            <a:ext cx="4206240" cy="1389888"/>
          </a:xfrm>
          <a:prstGeom prst="rect">
            <a:avLst/>
          </a:prstGeom>
          <a:solidFill>
            <a:srgbClr val="FFFBF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00600" y="1737360"/>
            <a:ext cx="64008" cy="1389888"/>
          </a:xfrm>
          <a:prstGeom prst="rect">
            <a:avLst/>
          </a:prstGeom>
          <a:solidFill>
            <a:srgbClr val="00B5BF"/>
          </a:solidFill>
          <a:ln w="12700">
            <a:solidFill>
              <a:srgbClr val="00B5B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84708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496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Club Rush &amp; Ticketing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965192" y="224028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Touring DJs aren't promoted anywhere on the current site.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965192" y="253288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Dedicated Club Rush section + event announcements. LinLeap ticketing available as an add-on.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965192" y="2880360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5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Pre-sold tickets = guaranteed revenue before doors open.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65760" y="3291840"/>
            <a:ext cx="4206240" cy="1389888"/>
          </a:xfrm>
          <a:prstGeom prst="rect">
            <a:avLst/>
          </a:prstGeom>
          <a:solidFill>
            <a:srgbClr val="FFFBF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65760" y="3291840"/>
            <a:ext cx="64008" cy="1389888"/>
          </a:xfrm>
          <a:prstGeom prst="rect">
            <a:avLst/>
          </a:prstGeom>
          <a:solidFill>
            <a:srgbClr val="00B5BF"/>
          </a:solidFill>
          <a:ln w="12700">
            <a:solidFill>
              <a:srgbClr val="00B5B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401568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60120" y="3383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Food Sales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530352" y="379476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Great food exists — but photos are outdated and buried.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530352" y="408736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Fresh food section with real photography — pizza, apps, drinks. All front and center.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530352" y="4434840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5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Drives daytime traffic and upsells at night.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800600" y="3291840"/>
            <a:ext cx="4206240" cy="1389888"/>
          </a:xfrm>
          <a:prstGeom prst="rect">
            <a:avLst/>
          </a:prstGeom>
          <a:solidFill>
            <a:srgbClr val="FFFBF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800600" y="3291840"/>
            <a:ext cx="64008" cy="1389888"/>
          </a:xfrm>
          <a:prstGeom prst="rect">
            <a:avLst/>
          </a:prstGeom>
          <a:solidFill>
            <a:srgbClr val="00B5BF"/>
          </a:solidFill>
          <a:ln w="12700">
            <a:solidFill>
              <a:srgbClr val="00B5BF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401568"/>
            <a:ext cx="320040" cy="3200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394960" y="3383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Merch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4965192" y="379476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Shopify store exists but isn't connected to the brand.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4965192" y="408736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Merch section on the main site — cohesive photography, direct Shopify link, redesign available as add-on.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4965192" y="4434840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5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Brand loyalty purchases + impulse buys post-visit.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5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GET UP CREATIVE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Didn't Have to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 Harper's.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Already Know It.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6090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26060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B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We're already running your Instagram and creating your content.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27832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317296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B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have your photos, your videos, and your brand voice.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9476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0120" y="3739896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B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built this site using assets we already had — no photoshoot needed.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61688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0120" y="4306824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B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understand what makes Harper's special, and we built that into every section.</a:t>
            </a:r>
            <a:endParaRPr lang="en-US" sz="1300" dirty="0"/>
          </a:p>
        </p:txBody>
      </p:sp>
      <p:sp>
        <p:nvSpPr>
          <p:cNvPr id="12" name="Shape 6"/>
          <p:cNvSpPr/>
          <p:nvPr/>
        </p:nvSpPr>
        <p:spPr>
          <a:xfrm>
            <a:off x="5760720" y="365760"/>
            <a:ext cx="3108960" cy="4480560"/>
          </a:xfrm>
          <a:prstGeom prst="rect">
            <a:avLst/>
          </a:prstGeom>
          <a:solidFill>
            <a:srgbClr val="130F3E"/>
          </a:solidFill>
          <a:ln w="12700">
            <a:solidFill>
              <a:srgbClr val="130F3E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5760720" y="365760"/>
            <a:ext cx="64008" cy="44805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5943600" y="5943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No Other</a:t>
            </a:r>
            <a:endParaRPr lang="en-US" sz="1600" dirty="0"/>
          </a:p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Agency Can Offer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5943600" y="15087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We're IN your building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5943600" y="18013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agencies never step inside.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5943600" y="22860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photos, not stock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5943600" y="25786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image on this site is yours.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5943600" y="3063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 consistency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943600" y="33558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Site matches your social exactly.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943600" y="3840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team, everything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943600" y="41330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 + site + creative = unified.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5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4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You're Getting.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3246120" cy="3749040"/>
          </a:xfrm>
          <a:prstGeom prst="rect">
            <a:avLst/>
          </a:prstGeom>
          <a:solidFill>
            <a:srgbClr val="1B1454"/>
          </a:solidFill>
          <a:ln/>
          <a:effectLst>
            <a:outerShdw sx="100000" sy="100000" kx="0" ky="0" algn="bl" rotWithShape="0" blurRad="203200" dist="508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3246120" cy="64008"/>
          </a:xfrm>
          <a:prstGeom prst="rect">
            <a:avLst/>
          </a:prstGeom>
          <a:solidFill>
            <a:srgbClr val="00B5BF"/>
          </a:solidFill>
          <a:ln w="12700">
            <a:solidFill>
              <a:srgbClr val="00B5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32588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Launch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4632" y="170992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B5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$7,500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84632" y="228600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one-time · you own everything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670048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0664" y="2633472"/>
            <a:ext cx="2679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B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Homepage — fully designed &amp; live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2944368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" y="2907792"/>
            <a:ext cx="2679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B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Patio, Food &amp; Beer, Club Rush pages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218688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0664" y="3182112"/>
            <a:ext cx="2679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B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Pop-up page design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493008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40664" y="3456432"/>
            <a:ext cx="2679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B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copy, SEO &amp; media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767328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40664" y="3730752"/>
            <a:ext cx="2679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B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Private events booking form</a:t>
            </a:r>
            <a:endParaRPr lang="en-US" sz="11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" y="4041648"/>
            <a:ext cx="182880" cy="18288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40664" y="4005072"/>
            <a:ext cx="2679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B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CMS — update your own content</a:t>
            </a:r>
            <a:endParaRPr lang="en-US" sz="11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" y="4315968"/>
            <a:ext cx="182880" cy="18288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40664" y="4279392"/>
            <a:ext cx="2679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B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Mobile-optimized throughout</a:t>
            </a:r>
            <a:endParaRPr lang="en-US" sz="11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" y="4590288"/>
            <a:ext cx="182880" cy="18288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740664" y="4553712"/>
            <a:ext cx="2679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B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in 2 weeks after green light</a:t>
            </a:r>
            <a:endParaRPr lang="en-US" sz="1100" dirty="0"/>
          </a:p>
        </p:txBody>
      </p:sp>
      <p:sp>
        <p:nvSpPr>
          <p:cNvPr id="25" name="Shape 15"/>
          <p:cNvSpPr/>
          <p:nvPr/>
        </p:nvSpPr>
        <p:spPr>
          <a:xfrm>
            <a:off x="3703320" y="1188720"/>
            <a:ext cx="23317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16"/>
          <p:cNvSpPr/>
          <p:nvPr/>
        </p:nvSpPr>
        <p:spPr>
          <a:xfrm>
            <a:off x="3703320" y="1188720"/>
            <a:ext cx="23317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17"/>
          <p:cNvSpPr/>
          <p:nvPr/>
        </p:nvSpPr>
        <p:spPr>
          <a:xfrm>
            <a:off x="3867912" y="1325880"/>
            <a:ext cx="2075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Ongoing Support</a:t>
            </a:r>
            <a:endParaRPr lang="en-US" sz="1400" dirty="0"/>
          </a:p>
        </p:txBody>
      </p:sp>
      <p:sp>
        <p:nvSpPr>
          <p:cNvPr id="28" name="Text 18"/>
          <p:cNvSpPr/>
          <p:nvPr/>
        </p:nvSpPr>
        <p:spPr>
          <a:xfrm>
            <a:off x="3867912" y="1709928"/>
            <a:ext cx="2075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$80</a:t>
            </a:r>
            <a:endParaRPr lang="en-US" sz="3600" dirty="0"/>
          </a:p>
        </p:txBody>
      </p:sp>
      <p:sp>
        <p:nvSpPr>
          <p:cNvPr id="29" name="Text 19"/>
          <p:cNvSpPr/>
          <p:nvPr/>
        </p:nvSpPr>
        <p:spPr>
          <a:xfrm>
            <a:off x="3867912" y="2286000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 hour · on-call</a:t>
            </a:r>
            <a:endParaRPr lang="en-US" sz="11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67912" y="2679192"/>
            <a:ext cx="182880" cy="18288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4123944" y="26334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 event cards</a:t>
            </a:r>
            <a:endParaRPr lang="en-US" sz="110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67912" y="3026664"/>
            <a:ext cx="182880" cy="18288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4123944" y="298094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Swap specials &amp; deals</a:t>
            </a:r>
            <a:endParaRPr lang="en-US" sz="1100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67912" y="3374136"/>
            <a:ext cx="182880" cy="182880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4123944" y="332841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DJ announcements</a:t>
            </a:r>
            <a:endParaRPr lang="en-US" sz="1100" dirty="0"/>
          </a:p>
        </p:txBody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67912" y="3721608"/>
            <a:ext cx="182880" cy="182880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4123944" y="36758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Any content changes</a:t>
            </a:r>
            <a:endParaRPr lang="en-US" sz="1100" dirty="0"/>
          </a:p>
        </p:txBody>
      </p:sp>
      <p:pic>
        <p:nvPicPr>
          <p:cNvPr id="3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67912" y="4069080"/>
            <a:ext cx="182880" cy="182880"/>
          </a:xfrm>
          <a:prstGeom prst="rect">
            <a:avLst/>
          </a:prstGeom>
        </p:spPr>
      </p:pic>
      <p:sp>
        <p:nvSpPr>
          <p:cNvPr id="39" name="Text 24"/>
          <p:cNvSpPr/>
          <p:nvPr/>
        </p:nvSpPr>
        <p:spPr>
          <a:xfrm>
            <a:off x="4123944" y="4023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retainer required</a:t>
            </a:r>
            <a:endParaRPr lang="en-US" sz="1100" dirty="0"/>
          </a:p>
        </p:txBody>
      </p:sp>
      <p:sp>
        <p:nvSpPr>
          <p:cNvPr id="40" name="Shape 25"/>
          <p:cNvSpPr/>
          <p:nvPr/>
        </p:nvSpPr>
        <p:spPr>
          <a:xfrm>
            <a:off x="3703320" y="4828032"/>
            <a:ext cx="23317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Text 26"/>
          <p:cNvSpPr/>
          <p:nvPr/>
        </p:nvSpPr>
        <p:spPr>
          <a:xfrm>
            <a:off x="3867912" y="4910328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 only when you need us</a:t>
            </a:r>
            <a:endParaRPr lang="en-US" sz="1000" dirty="0"/>
          </a:p>
        </p:txBody>
      </p:sp>
      <p:sp>
        <p:nvSpPr>
          <p:cNvPr id="42" name="Shape 27"/>
          <p:cNvSpPr/>
          <p:nvPr/>
        </p:nvSpPr>
        <p:spPr>
          <a:xfrm>
            <a:off x="6172200" y="1188720"/>
            <a:ext cx="26517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28"/>
          <p:cNvSpPr/>
          <p:nvPr/>
        </p:nvSpPr>
        <p:spPr>
          <a:xfrm>
            <a:off x="6172200" y="1188720"/>
            <a:ext cx="2651760" cy="64008"/>
          </a:xfrm>
          <a:prstGeom prst="rect">
            <a:avLst/>
          </a:prstGeom>
          <a:solidFill>
            <a:srgbClr val="00B5BF"/>
          </a:solidFill>
          <a:ln w="12700">
            <a:solidFill>
              <a:srgbClr val="00B5BF"/>
            </a:solidFill>
            <a:prstDash val="solid"/>
          </a:ln>
        </p:spPr>
      </p:sp>
      <p:sp>
        <p:nvSpPr>
          <p:cNvPr id="44" name="Text 29"/>
          <p:cNvSpPr/>
          <p:nvPr/>
        </p:nvSpPr>
        <p:spPr>
          <a:xfrm>
            <a:off x="6336792" y="132588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4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Add-Ons</a:t>
            </a:r>
            <a:endParaRPr lang="en-US" sz="1400" dirty="0"/>
          </a:p>
        </p:txBody>
      </p:sp>
      <p:sp>
        <p:nvSpPr>
          <p:cNvPr id="45" name="Text 30"/>
          <p:cNvSpPr/>
          <p:nvPr/>
        </p:nvSpPr>
        <p:spPr>
          <a:xfrm>
            <a:off x="6336792" y="1709928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Optional upgrades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grow revenue.</a:t>
            </a:r>
            <a:endParaRPr lang="en-US" sz="1300" dirty="0"/>
          </a:p>
        </p:txBody>
      </p:sp>
      <p:sp>
        <p:nvSpPr>
          <p:cNvPr id="46" name="Shape 31"/>
          <p:cNvSpPr/>
          <p:nvPr/>
        </p:nvSpPr>
        <p:spPr>
          <a:xfrm>
            <a:off x="6336792" y="2487168"/>
            <a:ext cx="2322576" cy="6858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47" name="Shape 32"/>
          <p:cNvSpPr/>
          <p:nvPr/>
        </p:nvSpPr>
        <p:spPr>
          <a:xfrm>
            <a:off x="6336792" y="2487168"/>
            <a:ext cx="54864" cy="685800"/>
          </a:xfrm>
          <a:prstGeom prst="rect">
            <a:avLst/>
          </a:prstGeom>
          <a:solidFill>
            <a:srgbClr val="00B5BF"/>
          </a:solidFill>
          <a:ln w="12700">
            <a:solidFill>
              <a:srgbClr val="00B5BF"/>
            </a:solidFill>
            <a:prstDash val="solid"/>
          </a:ln>
        </p:spPr>
      </p:sp>
      <p:sp>
        <p:nvSpPr>
          <p:cNvPr id="48" name="Text 33"/>
          <p:cNvSpPr/>
          <p:nvPr/>
        </p:nvSpPr>
        <p:spPr>
          <a:xfrm>
            <a:off x="6483096" y="2551176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4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LinLeap Integration</a:t>
            </a:r>
            <a:endParaRPr lang="en-US" sz="1150" dirty="0"/>
          </a:p>
        </p:txBody>
      </p:sp>
      <p:sp>
        <p:nvSpPr>
          <p:cNvPr id="49" name="Text 34"/>
          <p:cNvSpPr/>
          <p:nvPr/>
        </p:nvSpPr>
        <p:spPr>
          <a:xfrm>
            <a:off x="6483096" y="2825496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Sell tickets online before the night</a:t>
            </a:r>
            <a:endParaRPr lang="en-US" sz="1050" dirty="0"/>
          </a:p>
        </p:txBody>
      </p:sp>
      <p:sp>
        <p:nvSpPr>
          <p:cNvPr id="50" name="Shape 35"/>
          <p:cNvSpPr/>
          <p:nvPr/>
        </p:nvSpPr>
        <p:spPr>
          <a:xfrm>
            <a:off x="6336792" y="3291840"/>
            <a:ext cx="2322576" cy="6858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51" name="Shape 36"/>
          <p:cNvSpPr/>
          <p:nvPr/>
        </p:nvSpPr>
        <p:spPr>
          <a:xfrm>
            <a:off x="6336792" y="3291840"/>
            <a:ext cx="54864" cy="685800"/>
          </a:xfrm>
          <a:prstGeom prst="rect">
            <a:avLst/>
          </a:prstGeom>
          <a:solidFill>
            <a:srgbClr val="00B5BF"/>
          </a:solidFill>
          <a:ln w="12700">
            <a:solidFill>
              <a:srgbClr val="00B5BF"/>
            </a:solidFill>
            <a:prstDash val="solid"/>
          </a:ln>
        </p:spPr>
      </p:sp>
      <p:sp>
        <p:nvSpPr>
          <p:cNvPr id="52" name="Text 37"/>
          <p:cNvSpPr/>
          <p:nvPr/>
        </p:nvSpPr>
        <p:spPr>
          <a:xfrm>
            <a:off x="6483096" y="335584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4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Online Menu Ordering</a:t>
            </a:r>
            <a:endParaRPr lang="en-US" sz="1150" dirty="0"/>
          </a:p>
        </p:txBody>
      </p:sp>
      <p:sp>
        <p:nvSpPr>
          <p:cNvPr id="53" name="Text 38"/>
          <p:cNvSpPr/>
          <p:nvPr/>
        </p:nvSpPr>
        <p:spPr>
          <a:xfrm>
            <a:off x="6483096" y="3630168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 customers order from the site</a:t>
            </a:r>
            <a:endParaRPr lang="en-US" sz="1050" dirty="0"/>
          </a:p>
        </p:txBody>
      </p:sp>
      <p:sp>
        <p:nvSpPr>
          <p:cNvPr id="54" name="Shape 39"/>
          <p:cNvSpPr/>
          <p:nvPr/>
        </p:nvSpPr>
        <p:spPr>
          <a:xfrm>
            <a:off x="6336792" y="4096512"/>
            <a:ext cx="2322576" cy="68580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55" name="Shape 40"/>
          <p:cNvSpPr/>
          <p:nvPr/>
        </p:nvSpPr>
        <p:spPr>
          <a:xfrm>
            <a:off x="6336792" y="4096512"/>
            <a:ext cx="54864" cy="685800"/>
          </a:xfrm>
          <a:prstGeom prst="rect">
            <a:avLst/>
          </a:prstGeom>
          <a:solidFill>
            <a:srgbClr val="00B5BF"/>
          </a:solidFill>
          <a:ln w="12700">
            <a:solidFill>
              <a:srgbClr val="00B5BF"/>
            </a:solidFill>
            <a:prstDash val="solid"/>
          </a:ln>
        </p:spPr>
      </p:sp>
      <p:sp>
        <p:nvSpPr>
          <p:cNvPr id="56" name="Text 41"/>
          <p:cNvSpPr/>
          <p:nvPr/>
        </p:nvSpPr>
        <p:spPr>
          <a:xfrm>
            <a:off x="6483096" y="416052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4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Merch Store Redesign</a:t>
            </a:r>
            <a:endParaRPr lang="en-US" sz="1150" dirty="0"/>
          </a:p>
        </p:txBody>
      </p:sp>
      <p:sp>
        <p:nvSpPr>
          <p:cNvPr id="57" name="Text 42"/>
          <p:cNvSpPr/>
          <p:nvPr/>
        </p:nvSpPr>
        <p:spPr>
          <a:xfrm>
            <a:off x="6483096" y="443484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Shopify overhaul — cohesive with site</a:t>
            </a:r>
            <a:endParaRPr lang="en-US" sz="1050" dirty="0"/>
          </a:p>
        </p:txBody>
      </p:sp>
      <p:sp>
        <p:nvSpPr>
          <p:cNvPr id="58" name="Shape 43"/>
          <p:cNvSpPr/>
          <p:nvPr/>
        </p:nvSpPr>
        <p:spPr>
          <a:xfrm>
            <a:off x="6172200" y="4828032"/>
            <a:ext cx="2651760" cy="64008"/>
          </a:xfrm>
          <a:prstGeom prst="rect">
            <a:avLst/>
          </a:prstGeom>
          <a:solidFill>
            <a:srgbClr val="00B5BF"/>
          </a:solidFill>
          <a:ln w="12700">
            <a:solidFill>
              <a:srgbClr val="00B5BF"/>
            </a:solidFill>
            <a:prstDash val="solid"/>
          </a:ln>
        </p:spPr>
      </p:sp>
      <p:sp>
        <p:nvSpPr>
          <p:cNvPr id="59" name="Text 44"/>
          <p:cNvSpPr/>
          <p:nvPr/>
        </p:nvSpPr>
        <p:spPr>
          <a:xfrm>
            <a:off x="6336792" y="4910328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5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Priced separately · discuss at meeting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5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Make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Harper's the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 Bar Online.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438912" cy="347472"/>
          </a:xfrm>
          <a:prstGeom prst="rect">
            <a:avLst/>
          </a:prstGeom>
          <a:solidFill>
            <a:srgbClr val="00B5BF"/>
          </a:solidFill>
          <a:ln w="12700">
            <a:solidFill>
              <a:srgbClr val="00B5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83464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8529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B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review the live site — harpers-website.vercel.app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346704"/>
            <a:ext cx="438912" cy="347472"/>
          </a:xfrm>
          <a:prstGeom prst="rect">
            <a:avLst/>
          </a:prstGeom>
          <a:solidFill>
            <a:srgbClr val="00B5BF"/>
          </a:solidFill>
          <a:ln w="12700">
            <a:solidFill>
              <a:srgbClr val="00B5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34670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3649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B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align on any changes and confirm the package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858768"/>
            <a:ext cx="438912" cy="347472"/>
          </a:xfrm>
          <a:prstGeom prst="rect">
            <a:avLst/>
          </a:prstGeom>
          <a:solidFill>
            <a:srgbClr val="00B5BF"/>
          </a:solidFill>
          <a:ln w="12700">
            <a:solidFill>
              <a:srgbClr val="00B5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85876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8770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B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Site goes live on Harper's domain within 2 weeks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370832"/>
            <a:ext cx="438912" cy="347472"/>
          </a:xfrm>
          <a:prstGeom prst="rect">
            <a:avLst/>
          </a:prstGeom>
          <a:solidFill>
            <a:srgbClr val="00B5BF"/>
          </a:solidFill>
          <a:ln w="12700">
            <a:solidFill>
              <a:srgbClr val="00B5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37083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4389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BF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start showing up the way you should online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577840" y="777240"/>
            <a:ext cx="3337560" cy="4069080"/>
          </a:xfrm>
          <a:prstGeom prst="rect">
            <a:avLst/>
          </a:prstGeom>
          <a:solidFill>
            <a:srgbClr val="130F3E"/>
          </a:solidFill>
          <a:ln w="12700">
            <a:solidFill>
              <a:srgbClr val="130F3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77840" y="777240"/>
            <a:ext cx="64008" cy="4069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1005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Move?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60720" y="1463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Up Creative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760720" y="20116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Michigan-based video production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creative agency. We've been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your building. We know your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AD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brand. We're ready to go.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60720" y="3383280"/>
            <a:ext cx="2926080" cy="502920"/>
          </a:xfrm>
          <a:prstGeom prst="rect">
            <a:avLst/>
          </a:prstGeom>
          <a:solidFill>
            <a:srgbClr val="00B5BF"/>
          </a:solidFill>
          <a:ln w="12700">
            <a:solidFill>
              <a:srgbClr val="00B5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33832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getup.agency  ·  East Lansing, MI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60720" y="40233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site exists. The only thing missing is the green light.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Harper's Restaurant &amp; Brewpub — Website Proposal</dc:title>
  <dc:subject>PptxGenJS Presentation</dc:subject>
  <dc:creator>Get Up Creative</dc:creator>
  <cp:lastModifiedBy>Get Up Creative</cp:lastModifiedBy>
  <cp:revision>1</cp:revision>
  <dcterms:created xsi:type="dcterms:W3CDTF">2026-05-21T18:15:57Z</dcterms:created>
  <dcterms:modified xsi:type="dcterms:W3CDTF">2026-05-21T18:15:57Z</dcterms:modified>
</cp:coreProperties>
</file>